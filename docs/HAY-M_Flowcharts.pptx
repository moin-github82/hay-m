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92240"/>
            <a:ext cx="12161520" cy="45720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822960"/>
            <a:ext cx="1371600" cy="1097280"/>
          </a:xfrm>
          <a:prstGeom prst="diamond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94960" y="8229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71020"/>
                </a:solidFill>
              </a:rPr>
              <a:t>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4A1"/>
                </a:solidFill>
              </a:rPr>
              <a:t>HAY-M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System Flow Charts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8AAA"/>
                </a:solidFill>
              </a:rPr>
              <a:t>Micro-Savings &amp; AI-Powered Investment Platform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4160520"/>
            <a:ext cx="7040880" cy="0"/>
          </a:xfrm>
          <a:prstGeom prst="line">
            <a:avLst/>
          </a:prstGeom>
          <a:noFill/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6A8A"/>
                </a:solidFill>
              </a:rPr>
              <a:t>April 2026  |  Confidential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029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Legend: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5029200"/>
            <a:ext cx="1828800" cy="274320"/>
          </a:xfrm>
          <a:prstGeom prst="flowChartTerminator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Start / End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5029200"/>
            <a:ext cx="1828800" cy="274320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Process Step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77840" y="5029200"/>
            <a:ext cx="2011680" cy="27432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5029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Decision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63840" y="5166360"/>
            <a:ext cx="9144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8" name="Text 16"/>
          <p:cNvSpPr/>
          <p:nvPr/>
        </p:nvSpPr>
        <p:spPr>
          <a:xfrm>
            <a:off x="8869680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Arrow / Flow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Signup &amp; Onboarding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Visits App / Website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Fills Signup Form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(Name, Email, Password)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/api/auth/signup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Valid Input?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98080" y="2414016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7516368" y="225856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869680" y="224028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2402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Validation Errors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69680" y="25877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6A8A"/>
                </a:solidFill>
              </a:rPr>
              <a:t>↑ loops back to form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788152" y="26517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80760" y="264261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663440" y="282549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Hash Password (bcrypt 12 rounds)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317296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663440" y="335584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Create User in MongoDB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663440" y="388620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Sign JWT Token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80760" y="423367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4663440" y="441655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4165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Store Token Client-Side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(AsyncStorage / sessionStorage)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080760" y="476402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4663440" y="4946904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94690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hasOnboarded = true?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88152" y="5413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6080760" y="540410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7498080" y="5175504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0" name="Text 38"/>
          <p:cNvSpPr/>
          <p:nvPr/>
        </p:nvSpPr>
        <p:spPr>
          <a:xfrm>
            <a:off x="7516368" y="50200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8869680" y="500176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50017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Onboarding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(4-slide mobile / 5-step web)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0287000" y="534924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8869680" y="553212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0" y="553212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Set hasOnboarded = true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0287000" y="5879592"/>
            <a:ext cx="0" cy="-141732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10287000" y="5737860"/>
            <a:ext cx="-278892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663440" y="5586984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558698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Navigate to Dashboard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Login &amp; Session Restoration Flow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" y="6217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6A8A"/>
                </a:solidFill>
              </a:rPr>
              <a:t>SESSION RESTORE PATH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74320" y="804672"/>
            <a:ext cx="292608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App / Page Load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737360" y="110642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274320" y="1289304"/>
            <a:ext cx="292608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289304"/>
            <a:ext cx="2926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Token in Storage?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444752" y="17556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737360" y="174650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274320" y="1929384"/>
            <a:ext cx="292608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29384"/>
            <a:ext cx="2926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GET /api/auth/me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737360" y="227685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74320" y="2459736"/>
            <a:ext cx="292608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59736"/>
            <a:ext cx="2926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Response Status?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08176" y="29260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200 OK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1737360" y="29169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74320" y="3099816"/>
            <a:ext cx="292608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99816"/>
            <a:ext cx="2926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setUser(freshData)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→ Dashboard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0" y="2578608"/>
            <a:ext cx="109728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3246120" y="245973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6B6B"/>
                </a:solidFill>
              </a:rPr>
              <a:t>401/403: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F6B6B"/>
                </a:solidFill>
              </a:rPr>
              <a:t>clearSession()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F6B6B"/>
                </a:solidFill>
              </a:rPr>
              <a:t>→ Login Screen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246120" y="268833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B347"/>
                </a:solidFill>
              </a:rPr>
              <a:t>Network Error: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FB347"/>
                </a:solidFill>
              </a:rPr>
              <a:t>Fallback Cached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FFB347"/>
                </a:solidFill>
              </a:rPr>
              <a:t>User → Dashboard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200400" y="1517904"/>
            <a:ext cx="54864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3218688" y="13624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749040" y="1517904"/>
            <a:ext cx="0" cy="10972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3703320" y="640080"/>
            <a:ext cx="0" cy="5943600"/>
          </a:xfrm>
          <a:prstGeom prst="line">
            <a:avLst/>
          </a:prstGeom>
          <a:noFill/>
          <a:ln w="6350">
            <a:solidFill>
              <a:srgbClr val="4A6A8A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931920" y="621792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A6A8A"/>
                </a:solidFill>
              </a:rPr>
              <a:t>MANUAL LOGIN PATH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3931920" y="804672"/>
            <a:ext cx="292608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0" y="804672"/>
            <a:ext cx="2926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Login Screen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394960" y="115214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3931920" y="1335024"/>
            <a:ext cx="292608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1335024"/>
            <a:ext cx="2926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 Enters Email + Password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394960" y="168249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3931920" y="1865376"/>
            <a:ext cx="292608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1865376"/>
            <a:ext cx="2926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/api/auth/login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94960" y="221284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3931920" y="2395728"/>
            <a:ext cx="292608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0" y="2395728"/>
            <a:ext cx="2926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Credentials Valid?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858000" y="2624328"/>
            <a:ext cx="27432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6885432" y="24688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7086600" y="2450592"/>
            <a:ext cx="256032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2450592"/>
            <a:ext cx="25603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Error Message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086600" y="279806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6A8A"/>
                </a:solidFill>
              </a:rPr>
              <a:t>↑ loops back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102352" y="28620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394960" y="285292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3931920" y="3035808"/>
            <a:ext cx="292608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035808"/>
            <a:ext cx="2926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Store JWT + User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(AsyncStorage / sessionStorage)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394960" y="338328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3931920" y="3566160"/>
            <a:ext cx="292608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3566160"/>
            <a:ext cx="2926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Navigate to Dashboard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Password Reset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Clicks 'Forgot Password?'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Enter Email → POST /api/auth/forgot-password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Email Found?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498080" y="1883664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7516368" y="17282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8869680" y="170992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70992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Generic Success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(security — no leakage)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788152" y="212140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080760" y="211226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663440" y="229514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9514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Generate crypto.randomBytes(32) token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080760" y="264261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663440" y="282549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Store resetToken + resetTokenExpires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(now + 1 hr)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317296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663440" y="335584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Dev: Return devToken in response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Prod: Send Email with Reset Link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663440" y="388620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 Opens: /reset-password?token=…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423367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663440" y="441655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4165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Enter New Password → POST /api/auth/reset-password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80760" y="476402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663440" y="4946904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94690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Token Valid &amp; Not Expired?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98080" y="5175504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7516368" y="50200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8869680" y="500176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50017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'Token Expired' Error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788152" y="5413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6080760" y="540410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4663440" y="558698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558698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Hash New Password (bcrypt)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80760" y="593445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4663440" y="611733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611733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Save Password, Clear resetToken Fields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80760" y="646480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663440" y="6647688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66476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Success → Navigate to Login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Authenticated API Request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Triggers Action (e.g. Load Goals)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Client Service Called (e.g. goalService.getGoals())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Axios Request Interceptor: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Read Token from Storage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Add Authorization: Bearer &lt;token&gt; Header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0760" y="253288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63440" y="271576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157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HTTPS Request → Express Server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80760" y="306324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663440" y="324612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4612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protect Middleware: jwt.verify(token)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80760" y="359359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663440" y="3776472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776472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Token Valid?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98080" y="4005072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7516368" y="384962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8869680" y="383133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383133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401 Unauthorized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→ clearSession()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88152" y="424281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080760" y="423367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663440" y="441655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4165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Attach req.user from decoded token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80760" y="476402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663440" y="4946904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94690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Plan Gate Required?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498080" y="5175504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7516368" y="502005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B347"/>
                </a:solidFill>
              </a:rPr>
              <a:t>YES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8869680" y="4946904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0" y="4946904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User Plan Sufficient?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1704320" y="5175504"/>
            <a:ext cx="13716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1" name="Text 39"/>
          <p:cNvSpPr/>
          <p:nvPr/>
        </p:nvSpPr>
        <p:spPr>
          <a:xfrm>
            <a:off x="11868912" y="49469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6B6B"/>
                </a:solidFill>
              </a:rPr>
              <a:t>NO: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F6B6B"/>
                </a:solidFill>
              </a:rPr>
              <a:t>403 → Upgrade CTA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9994392" y="5413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760720" y="541324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NO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080760" y="540410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4663440" y="558698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63440" y="558698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Controller → Mongoose / PostgreSQL Query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80760" y="593445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663440" y="611733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611733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JSON Response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080760" y="646480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4663440" y="6647688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664768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UI State Updated → Re-render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Savings Goal Lifecycle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Taps 'Create Goal'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Opens Create Goal Modal / Form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Fills: Name, Target, Deadline, Icon, Colour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Free Plan &amp; Goal Count ≥ 1?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98080" y="2414016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7516368" y="225856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YES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869680" y="224028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2402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403 → Show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Upgrade to Plus CTA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788152" y="26517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NO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080760" y="264261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663440" y="282549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/api/goals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80760" y="317296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663440" y="335584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Goal Created in MongoDB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(current=0, isCompleted=false)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663440" y="388620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8620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Goal Card Appears in UI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80760" y="418795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206240" y="4279392"/>
            <a:ext cx="3749040" cy="0"/>
          </a:xfrm>
          <a:prstGeom prst="line">
            <a:avLst/>
          </a:prstGeom>
          <a:noFill/>
          <a:ln w="6350">
            <a:solidFill>
              <a:srgbClr val="4A6A8A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663440" y="435254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6A8A"/>
                </a:solidFill>
              </a:rPr>
              <a:t>── ADD FUNDS FLOW ──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663440" y="437083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37083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 Taps '+ Add Funds'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80760" y="471830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4663440" y="490118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90118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/api/goals/:id/funds { amount }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80760" y="524865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4663440" y="543153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543153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goal.current += amount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80760" y="577900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4663440" y="5961888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5961888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current ≥ target?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498080" y="6190488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5" name="Text 43"/>
          <p:cNvSpPr/>
          <p:nvPr/>
        </p:nvSpPr>
        <p:spPr>
          <a:xfrm>
            <a:off x="7516368" y="603504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869680" y="601675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69680" y="60167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isCompleted = true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completedAt = now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88152" y="642823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080760" y="641908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663440" y="660196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66019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Trigger Push Notification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(50% or 100% milestone)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080760" y="694944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3" name="Shape 51"/>
          <p:cNvSpPr/>
          <p:nvPr/>
        </p:nvSpPr>
        <p:spPr>
          <a:xfrm>
            <a:off x="4663440" y="713232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63440" y="713232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Goal Card Updates — Progress Bar / 'Goal Achieved!'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Send Money (P2P Transfer)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Taps 'Send' in Payments Screen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Opens Send Money Modal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Enters: Recipient Email, Amount, Note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Inputs Valid?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498080" y="2414016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7516368" y="225856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8869680" y="224028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2402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Validation Error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869680" y="258775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4A6A8A"/>
                </a:solidFill>
              </a:rPr>
              <a:t>↑ loops back to form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5788152" y="26517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080760" y="264261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663440" y="282549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/api/transactions/send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080760" y="317296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4663440" y="335584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Find Recipient by Email in MongoDB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4663440" y="3886200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Recipient Found?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498080" y="4114800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7516368" y="395935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8869680" y="3941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41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404 Error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788152" y="43525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6080760" y="434340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663440" y="452628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45262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Create DEBIT Transaction for Sender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080760" y="487375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663440" y="505663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505663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Create CREDIT Transaction for Recipient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80760" y="540410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4663440" y="558698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558698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pushService.sendNotification(recipientId, payload)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080760" y="593445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4663440" y="6117336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6117336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Recipient Has Push Token?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98080" y="6345936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7516368" y="6190488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8869680" y="617220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869680" y="61722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In-app notification only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788152" y="658368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6080760" y="6574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4663440" y="675741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63440" y="6757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to Expo Push API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80760" y="710488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7" name="Shape 55"/>
          <p:cNvSpPr/>
          <p:nvPr/>
        </p:nvSpPr>
        <p:spPr>
          <a:xfrm>
            <a:off x="4663440" y="7287768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728776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Success: '£X sent successfully!'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Push Notification Dispatch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System Event Occurs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(goal funded, transaction, etc.)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Controller calls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pushService.sendNotification(userId, payload)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Notification.create({ user, type, title,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message, read: false })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User.findById(userId)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.select('pushToken notificationPrefs')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0760" y="253288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63440" y="2715768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15768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User Has Push Token?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98080" y="2944368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7516368" y="278892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8869680" y="2793492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79349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In-app only — End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88152" y="318211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080760" y="317296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663440" y="335584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Check Notification Preference Flag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663440" y="3886200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Preference Enabled?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98080" y="4114800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1" name="Text 29"/>
          <p:cNvSpPr/>
          <p:nvPr/>
        </p:nvSpPr>
        <p:spPr>
          <a:xfrm>
            <a:off x="7516368" y="395935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8869680" y="3941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41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Skip push — notification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saved to DB only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88152" y="435254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6080760" y="434340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4663440" y="452628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52628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https://exp.host/--/api/v2/push/send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80760" y="487375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4663440" y="5056632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5056632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Push Sent Successfully?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498080" y="5285232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2" name="Text 40"/>
          <p:cNvSpPr/>
          <p:nvPr/>
        </p:nvSpPr>
        <p:spPr>
          <a:xfrm>
            <a:off x="7516368" y="512978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8869680" y="511149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511149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Log error — notification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still saved in DB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788152" y="5522976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6080760" y="5513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4663440" y="5696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5696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Device Receives Native Notification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080760" y="6044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4663440" y="6227064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63440" y="622706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Sees Push + In-App Notification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Wallet Top-Up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Opens Wallet Screen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Selects Active Card from Carousel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Taps 'Top Up' Button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Modal Opens: Amount Input 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Quick Chips (£10 / £25 / £50 / £100)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0760" y="253288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63440" y="271576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1576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Enters Amount → Taps 'Add to Card'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80760" y="306324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663440" y="3246120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Amount &gt; 0?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98080" y="3474720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7516368" y="331927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8869680" y="330098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30098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Keep button disabled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— show error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88152" y="3712464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663440" y="388620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POST /api/wallet/:id/topup { amount }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423367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663440" y="441655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4165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card.balance += amount; card.save()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80760" y="476402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663440" y="494690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94690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Updated Card Document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0760" y="529437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663440" y="5477256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547725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Success Alert: '£X added to ••••XXXX'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1208"/>
            <a:ext cx="12161520" cy="27432"/>
          </a:xfrm>
          <a:prstGeom prst="rect">
            <a:avLst/>
          </a:prstGeom>
          <a:solidFill>
            <a:srgbClr val="00D4A1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1170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D4A1"/>
                </a:solidFill>
              </a:rPr>
              <a:t>Plan Upgrade &amp; Feature Access Flow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663440" y="64008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6400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User Tries to Access Plus / Pro Feature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080760" y="94183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4663440" y="112471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2471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API Request Made with Bearer Token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080760" y="147218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63440" y="165506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5506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protect Middleware: Validates JWT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080760" y="200253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4663440" y="218541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18541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requirePlan Middleware: PLAN_RANK Check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80760" y="253288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63440" y="2715768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15768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PLAN_RANK[user.plan]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≥ PLAN_RANK[required]?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98080" y="2944368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7516368" y="278892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8869680" y="2793492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79349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Allow Access → Feature Loads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88152" y="318211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080760" y="317296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4663440" y="335584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335584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Return 403: { requiredPlan, currentPlan }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080760" y="370332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4663440" y="3886200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886200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Client Shows Upgrade CTA / Toast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080760" y="4233672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663440" y="441655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41655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 Navigates to /upgrade or UpgradeScreen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080760" y="4764024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4663440" y="4946904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946904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User Selects Plan (Plus £2.99/mo or Pro £6.99/mo)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080760" y="5294376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4663440" y="5477256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5477256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Stripe Checkout / Payment Processing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080760" y="582472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663440" y="6007608"/>
            <a:ext cx="2834640" cy="457200"/>
          </a:xfrm>
          <a:prstGeom prst="flowChartDecision">
            <a:avLst/>
          </a:prstGeom>
          <a:solidFill>
            <a:srgbClr val="142D52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6007608"/>
            <a:ext cx="28346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Payment Successful?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498080" y="6236208"/>
            <a:ext cx="1371600" cy="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3" name="Text 41"/>
          <p:cNvSpPr/>
          <p:nvPr/>
        </p:nvSpPr>
        <p:spPr>
          <a:xfrm>
            <a:off x="7516368" y="6080760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6B6B"/>
                </a:solidFill>
              </a:rPr>
              <a:t>NO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8869680" y="6062472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69680" y="6062472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Show Payment Error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788152" y="6473952"/>
            <a:ext cx="502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0D4A1"/>
                </a:solidFill>
              </a:rPr>
              <a:t>YES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6080760" y="6464808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663440" y="6647688"/>
            <a:ext cx="2834640" cy="347472"/>
          </a:xfrm>
          <a:prstGeom prst="flowChartProcess">
            <a:avLst/>
          </a:prstGeom>
          <a:solidFill>
            <a:srgbClr val="0D2137"/>
          </a:solidFill>
          <a:ln w="12700">
            <a:solidFill>
              <a:srgbClr val="00D4A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6647688"/>
            <a:ext cx="28346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Update User.plan in MongoDB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080760" y="6995160"/>
            <a:ext cx="0" cy="182880"/>
          </a:xfrm>
          <a:prstGeom prst="line">
            <a:avLst/>
          </a:prstGeom>
          <a:noFill/>
          <a:ln w="19050">
            <a:solidFill>
              <a:srgbClr val="00D4A1"/>
            </a:solidFill>
            <a:prstDash val="solid"/>
            <a:tailEnd type="arrow"/>
          </a:ln>
        </p:spPr>
      </p:sp>
      <p:sp>
        <p:nvSpPr>
          <p:cNvPr id="51" name="Shape 49"/>
          <p:cNvSpPr/>
          <p:nvPr/>
        </p:nvSpPr>
        <p:spPr>
          <a:xfrm>
            <a:off x="4663440" y="7178040"/>
            <a:ext cx="2834640" cy="301752"/>
          </a:xfrm>
          <a:prstGeom prst="flowChartTerminator">
            <a:avLst/>
          </a:prstGeom>
          <a:solidFill>
            <a:srgbClr val="00D4A1"/>
          </a:solidFill>
          <a:ln w="6350">
            <a:solidFill>
              <a:srgbClr val="00D4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717804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71020"/>
                </a:solidFill>
              </a:rPr>
              <a:t>Features Unlock — User Redirected to Feature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HAY-M System Flow Charts</dc:title>
  <dc:subject>PptxGenJS Presentation</dc:subject>
  <dc:creator>HAY-M</dc:creator>
  <cp:lastModifiedBy>HAY-M</cp:lastModifiedBy>
  <cp:revision>1</cp:revision>
  <dcterms:created xsi:type="dcterms:W3CDTF">2026-04-10T15:23:34Z</dcterms:created>
  <dcterms:modified xsi:type="dcterms:W3CDTF">2026-04-10T15:23:34Z</dcterms:modified>
</cp:coreProperties>
</file>